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24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6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4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8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1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14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7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230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244F5-D275-4A02-BD0C-6A34D4834177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F3160-F534-4D42-9E59-9996DFC455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1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E268BB-8F73-8522-1A20-048C331A2F61}"/>
              </a:ext>
            </a:extLst>
          </p:cNvPr>
          <p:cNvSpPr/>
          <p:nvPr/>
        </p:nvSpPr>
        <p:spPr>
          <a:xfrm>
            <a:off x="198268" y="257452"/>
            <a:ext cx="11762913" cy="72796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DeepMed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Multi-Model Comparative Analysis and Evaluation Platform for Medical AI</a:t>
            </a:r>
          </a:p>
          <a:p>
            <a:pPr algn="ctr"/>
            <a:r>
              <a:rPr lang="en-U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 Hirok Reza (2103153) ,</a:t>
            </a:r>
            <a:r>
              <a:rPr lang="nl-NL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 Walid Waccub Swadhin (2103180)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1E1DD-6E1D-D274-9F5B-6680D78CA6B9}"/>
              </a:ext>
            </a:extLst>
          </p:cNvPr>
          <p:cNvSpPr/>
          <p:nvPr/>
        </p:nvSpPr>
        <p:spPr>
          <a:xfrm>
            <a:off x="230819" y="2600268"/>
            <a:ext cx="3390205" cy="1889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Tools and Technologies: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Languages: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Python, JavaScript, Dart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Frameworks: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Django/Flask (Backend), Flutter (Frontend)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ML Libraries: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TensorFlow, </a:t>
            </a:r>
            <a:r>
              <a:rPr lang="en-US" sz="1200" dirty="0" err="1">
                <a:solidFill>
                  <a:schemeClr val="tx1"/>
                </a:solidFill>
                <a:cs typeface="Arial" panose="020B0604020202020204" pitchFamily="34" charset="0"/>
              </a:rPr>
              <a:t>PyTorch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, ONNX Runtime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Database: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PostgreSQL, Firebase, </a:t>
            </a:r>
            <a:r>
              <a:rPr lang="en-US" sz="1200" dirty="0" err="1">
                <a:solidFill>
                  <a:schemeClr val="tx1"/>
                </a:solidFill>
                <a:cs typeface="Arial" panose="020B0604020202020204" pitchFamily="34" charset="0"/>
              </a:rPr>
              <a:t>Supabase</a:t>
            </a:r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Version Control system 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Git &amp; </a:t>
            </a:r>
            <a:r>
              <a:rPr lang="en-US" sz="1200" dirty="0" err="1">
                <a:solidFill>
                  <a:schemeClr val="tx1"/>
                </a:solidFill>
                <a:cs typeface="Arial" panose="020B0604020202020204" pitchFamily="34" charset="0"/>
              </a:rPr>
              <a:t>Github</a:t>
            </a:r>
            <a:endParaRPr lang="en-US" sz="12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Deployment: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AWS / GCP / Azure Cloud /Render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85F905-1ABE-2A51-2920-26F41A15BF4E}"/>
              </a:ext>
            </a:extLst>
          </p:cNvPr>
          <p:cNvSpPr/>
          <p:nvPr/>
        </p:nvSpPr>
        <p:spPr>
          <a:xfrm>
            <a:off x="7168895" y="1162975"/>
            <a:ext cx="4792285" cy="44649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 Features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Model Integration – Collects and deploys pre-trained medical AI models from multiple domains.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Multi-Model Prediction – Runs several models simultaneously on a single input.</a:t>
            </a:r>
          </a:p>
          <a:p>
            <a:r>
              <a:rPr lang="en-US" sz="1200" dirty="0">
                <a:solidFill>
                  <a:schemeClr val="tx1"/>
                </a:solidFill>
              </a:rPr>
              <a:t>Comparative Analytics – Aggregates outputs using majority voting or weighted accuracy.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Research Access – Direct links to original research papers and author information.</a:t>
            </a:r>
          </a:p>
          <a:p>
            <a:r>
              <a:rPr lang="en-US" sz="1200" dirty="0">
                <a:solidFill>
                  <a:schemeClr val="tx1"/>
                </a:solidFill>
              </a:rPr>
              <a:t>Cross-Platform Accessibility – Available on both web and mobile platforms.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Scalable Architecture – Easily extendable to new diseases or model types.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Expected Outcomes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Functional AI-based diagnostic comparison platform.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Categorized model library with metadata and citations.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Real-time multi-model prediction system.</a:t>
            </a:r>
          </a:p>
          <a:p>
            <a:r>
              <a:rPr lang="en-US" sz="1200" dirty="0">
                <a:solidFill>
                  <a:schemeClr val="tx1"/>
                </a:solidFill>
              </a:rPr>
              <a:t>• Improved accessibility and reproducibility of medical AI research.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8BFB20-1A2A-2D41-07F0-48931AFF7158}"/>
              </a:ext>
            </a:extLst>
          </p:cNvPr>
          <p:cNvSpPr/>
          <p:nvPr/>
        </p:nvSpPr>
        <p:spPr>
          <a:xfrm>
            <a:off x="230819" y="1162975"/>
            <a:ext cx="6855781" cy="12876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 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Abstract</a:t>
            </a:r>
            <a:r>
              <a:rPr lang="en-US" sz="1400" dirty="0"/>
              <a:t>: </a:t>
            </a:r>
            <a:r>
              <a:rPr lang="en-US" sz="1000" b="1" dirty="0" err="1"/>
              <a:t>DeepMed</a:t>
            </a:r>
            <a:r>
              <a:rPr lang="en-US" sz="1000" dirty="0"/>
              <a:t> is a unified AI-driven platform designed to integrate, evaluate, and compare </a:t>
            </a:r>
            <a:r>
              <a:rPr lang="en-US" sz="1000" b="1" dirty="0"/>
              <a:t>multiple pre-trained deep learning models for medical diagnosis </a:t>
            </a:r>
            <a:r>
              <a:rPr lang="en-US" sz="1000" dirty="0"/>
              <a:t>and research. It bridges the gap between scattered medical AI models by providing </a:t>
            </a:r>
            <a:r>
              <a:rPr lang="en-US" sz="1000" b="1" dirty="0"/>
              <a:t>a web and mobile-based </a:t>
            </a:r>
            <a:r>
              <a:rPr lang="en-US" sz="1000" dirty="0"/>
              <a:t>application that allows users to upload </a:t>
            </a:r>
            <a:r>
              <a:rPr lang="en-US" sz="1000" b="1" dirty="0"/>
              <a:t>medical data (MRI, tabular, or handwritten) and obtain predictions </a:t>
            </a:r>
            <a:r>
              <a:rPr lang="en-US" sz="1000" dirty="0"/>
              <a:t>from various disease-specific models such as Cancer, Tumor, and Alzheimer’s. The system aggregates predictions, provides </a:t>
            </a:r>
            <a:r>
              <a:rPr lang="en-US" sz="1000" b="1" dirty="0"/>
              <a:t>comparative analytics</a:t>
            </a:r>
            <a:r>
              <a:rPr lang="en-US" sz="1000" dirty="0"/>
              <a:t>, and links to </a:t>
            </a:r>
            <a:r>
              <a:rPr lang="en-US" sz="1000" b="1" dirty="0"/>
              <a:t>original research papers for transparency </a:t>
            </a:r>
            <a:r>
              <a:rPr lang="en-US" sz="1000" dirty="0"/>
              <a:t>and academic use. By offering model accessibility, interpretability, and scalability, </a:t>
            </a:r>
            <a:r>
              <a:rPr lang="en-US" sz="1000" b="1" dirty="0" err="1"/>
              <a:t>DeepMed</a:t>
            </a:r>
            <a:r>
              <a:rPr lang="en-US" sz="1000" dirty="0"/>
              <a:t> supports </a:t>
            </a:r>
            <a:r>
              <a:rPr lang="en-US" sz="1000" b="1" dirty="0"/>
              <a:t>students, researchers, and healthcare professionals </a:t>
            </a:r>
            <a:r>
              <a:rPr lang="en-US" sz="1000" dirty="0"/>
              <a:t>in exploring reliable medical AI solutions. 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01B77-74C1-0E66-30E7-9D9D4A63DEBC}"/>
              </a:ext>
            </a:extLst>
          </p:cNvPr>
          <p:cNvSpPr/>
          <p:nvPr/>
        </p:nvSpPr>
        <p:spPr>
          <a:xfrm>
            <a:off x="3807543" y="2592842"/>
            <a:ext cx="3279057" cy="29998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Methodology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Model Collection &amp; Permissions </a:t>
            </a: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	– Identify and obtain research models.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Backend </a:t>
            </a: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	– API-based inference system for 	model deployment.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Frontend </a:t>
            </a: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	– Flutter mobile app + Django/Flask 	web interface.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Aggregation Logic </a:t>
            </a: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	– Comparative evaluation using 	ensemble metrics.</a:t>
            </a:r>
          </a:p>
          <a:p>
            <a:pPr marL="228600" indent="-228600"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Database </a:t>
            </a:r>
          </a:p>
          <a:p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	– Metadata, accuracy, paper links, and 	author details.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677460-76C1-CC09-1FF2-6EE7431DA027}"/>
              </a:ext>
            </a:extLst>
          </p:cNvPr>
          <p:cNvSpPr/>
          <p:nvPr/>
        </p:nvSpPr>
        <p:spPr>
          <a:xfrm>
            <a:off x="230818" y="4557085"/>
            <a:ext cx="3390205" cy="204870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Scope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: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Domains: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Cancer, Tumor, Alzheimer’s (MRI &amp; tabular) and many more.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Inputs: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MRI, CT, CSV (patient data), text, handwriting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Outputs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: Per-model predictions + summarized diagnosis result</a:t>
            </a:r>
          </a:p>
          <a:p>
            <a:r>
              <a:rPr lang="en-US" sz="1200" b="1" dirty="0">
                <a:solidFill>
                  <a:schemeClr val="tx1"/>
                </a:solidFill>
                <a:cs typeface="Arial" panose="020B0604020202020204" pitchFamily="34" charset="0"/>
              </a:rPr>
              <a:t>Example: 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Upload Alzheimer’s MRI → Run 10 models → “Positive (8), Negative (2)” + research links.</a:t>
            </a:r>
          </a:p>
          <a:p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E6FB53-FC7E-A176-28A3-4864878DACE8}"/>
              </a:ext>
            </a:extLst>
          </p:cNvPr>
          <p:cNvSpPr/>
          <p:nvPr/>
        </p:nvSpPr>
        <p:spPr>
          <a:xfrm>
            <a:off x="3807543" y="5734915"/>
            <a:ext cx="8153638" cy="8656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Significance</a:t>
            </a:r>
          </a:p>
          <a:p>
            <a:r>
              <a:rPr lang="en-US" sz="1200" dirty="0" err="1">
                <a:solidFill>
                  <a:schemeClr val="tx1"/>
                </a:solidFill>
                <a:cs typeface="Arial" panose="020B0604020202020204" pitchFamily="34" charset="0"/>
              </a:rPr>
              <a:t>DeepMed</a:t>
            </a:r>
            <a:r>
              <a:rPr lang="en-US" sz="1200" dirty="0">
                <a:solidFill>
                  <a:schemeClr val="tx1"/>
                </a:solidFill>
                <a:cs typeface="Arial" panose="020B0604020202020204" pitchFamily="34" charset="0"/>
              </a:rPr>
              <a:t> enhances research transparency, promotes AI-assisted healthcare, and provides an educational resource for understanding and comparing state-of-the-art medical models—all in one accessible platform.</a:t>
            </a:r>
          </a:p>
        </p:txBody>
      </p:sp>
    </p:spTree>
    <p:extLst>
      <p:ext uri="{BB962C8B-B14F-4D97-AF65-F5344CB8AC3E}">
        <p14:creationId xmlns:p14="http://schemas.microsoft.com/office/powerpoint/2010/main" val="601264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110</TotalTime>
  <Words>469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maruf billah</dc:creator>
  <cp:lastModifiedBy>Hirok Reza</cp:lastModifiedBy>
  <cp:revision>2</cp:revision>
  <dcterms:created xsi:type="dcterms:W3CDTF">2025-10-19T15:57:12Z</dcterms:created>
  <dcterms:modified xsi:type="dcterms:W3CDTF">2025-10-20T07:18:57Z</dcterms:modified>
</cp:coreProperties>
</file>